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27C15-97B7-341B-D35C-61136A4C8327}" v="525" dt="2026-10-22T02:57:27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</a:t>
            </a:r>
            <a:r>
              <a:rPr lang="en-US"/>
              <a:t>Milestone</a:t>
            </a:r>
            <a:r>
              <a:rPr lang="en-US" dirty="0"/>
              <a:t>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James Zhan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3CA4-1020-B0D5-A75F-89D75DBB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Single-Frame Object Detector vs. Multi-</a:t>
            </a:r>
            <a:r>
              <a:rPr lang="en-US"/>
              <a:t>Frame Object Detector for vehicles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22563-4407-FA84-3021-D45F9E655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Research question:</a:t>
            </a:r>
            <a:r>
              <a:rPr lang="en-US">
                <a:ea typeface="+mn-lt"/>
                <a:cs typeface="+mn-lt"/>
              </a:rPr>
              <a:t> Does using consecutive frames improve vehicle detection enough to justify the additional computational cost?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Comparison:</a:t>
            </a:r>
            <a:r>
              <a:rPr lang="en-US">
                <a:ea typeface="+mn-lt"/>
                <a:cs typeface="+mn-lt"/>
              </a:rPr>
              <a:t> Single-frame YOLO26 versus a temporal detector using neighboring frames.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Detection quality:</a:t>
            </a:r>
            <a:r>
              <a:rPr lang="en-US" dirty="0">
                <a:ea typeface="+mn-lt"/>
                <a:cs typeface="+mn-lt"/>
              </a:rPr>
              <a:t> Measure precision, recall, F1, and </a:t>
            </a:r>
            <a:r>
              <a:rPr lang="en-US" dirty="0" err="1">
                <a:ea typeface="+mn-lt"/>
                <a:cs typeface="+mn-lt"/>
              </a:rPr>
              <a:t>mAP</a:t>
            </a:r>
            <a:r>
              <a:rPr lang="en-US" dirty="0">
                <a:ea typeface="+mn-lt"/>
                <a:cs typeface="+mn-lt"/>
              </a:rPr>
              <a:t>, with attention to small or partially occluded vehicles.</a:t>
            </a:r>
          </a:p>
          <a:p>
            <a:r>
              <a:rPr lang="en-US" b="1">
                <a:ea typeface="+mn-lt"/>
                <a:cs typeface="+mn-lt"/>
              </a:rPr>
              <a:t>Computational Cost: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Predictions latency, frame latency, throughput, and peak GPU memory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11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A3E4-FBB3-9EA5-F1F1-B233FDF99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4" y="690"/>
            <a:ext cx="10515600" cy="1325563"/>
          </a:xfrm>
        </p:spPr>
        <p:txBody>
          <a:bodyPr/>
          <a:lstStyle/>
          <a:p>
            <a:r>
              <a:rPr lang="en-US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233EB-8873-5D12-48EB-B87B650A3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04" y="1163016"/>
            <a:ext cx="6274906" cy="569864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Literature Review on public dataset</a:t>
            </a:r>
          </a:p>
          <a:p>
            <a:r>
              <a:rPr lang="en-US"/>
              <a:t>UA-DETRAC dataset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 err="1">
                <a:ea typeface="+mn-lt"/>
                <a:cs typeface="+mn-lt"/>
              </a:rPr>
              <a:t>Longyin</a:t>
            </a:r>
            <a:r>
              <a:rPr lang="en-US" sz="2800" dirty="0">
                <a:ea typeface="+mn-lt"/>
                <a:cs typeface="+mn-lt"/>
              </a:rPr>
              <a:t> Wen, Dawei Du, </a:t>
            </a:r>
            <a:r>
              <a:rPr lang="en-US" sz="2800" dirty="0" err="1">
                <a:ea typeface="+mn-lt"/>
                <a:cs typeface="+mn-lt"/>
              </a:rPr>
              <a:t>Zhaowei</a:t>
            </a:r>
            <a:r>
              <a:rPr lang="en-US" sz="2800" dirty="0">
                <a:ea typeface="+mn-lt"/>
                <a:cs typeface="+mn-lt"/>
              </a:rPr>
              <a:t> Cai, Zhen Lei, Ming-Ching Chang, </a:t>
            </a:r>
            <a:r>
              <a:rPr lang="en-US" sz="2800" dirty="0" err="1">
                <a:ea typeface="+mn-lt"/>
                <a:cs typeface="+mn-lt"/>
              </a:rPr>
              <a:t>Honggang</a:t>
            </a:r>
            <a:r>
              <a:rPr lang="en-US" sz="2800" dirty="0">
                <a:ea typeface="+mn-lt"/>
                <a:cs typeface="+mn-lt"/>
              </a:rPr>
              <a:t> Qi, Jongwoo Lim, Ming-Hsuan Yang, Siwei Lyu, "UA-DETRAC: A New Benchmark and Protocol for Multi-Object Detection and Tracking", Computer Vision and Image Understanding (CVIU), 2020.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>
                <a:ea typeface="+mn-lt"/>
                <a:cs typeface="+mn-lt"/>
              </a:rPr>
              <a:t>Sequential data of </a:t>
            </a:r>
            <a:r>
              <a:rPr lang="en-US" sz="2800">
                <a:ea typeface="+mn-lt"/>
                <a:cs typeface="+mn-lt"/>
              </a:rPr>
              <a:t>traffic style videos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+mn-lt"/>
                <a:cs typeface="+mn-lt"/>
              </a:rPr>
              <a:t>~42,000 images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+mn-lt"/>
                <a:cs typeface="+mn-lt"/>
              </a:rPr>
              <a:t>~530,000 bounding boxes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>
                <a:ea typeface="+mn-lt"/>
                <a:cs typeface="+mn-lt"/>
              </a:rPr>
              <a:t>Car, bus, van, and others all combined into vehicle class</a:t>
            </a:r>
            <a:endParaRPr lang="en-US" sz="2800" dirty="0"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9A964-5B05-8A85-17A3-99E27DF34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492" y="1538124"/>
            <a:ext cx="4896509" cy="2700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069975-CD90-4CC8-EDCC-0A78F698B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491" y="4161798"/>
            <a:ext cx="4896509" cy="270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69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374F4-DBD1-85A2-502C-22C638BC6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4" y="690"/>
            <a:ext cx="10515600" cy="1325563"/>
          </a:xfrm>
        </p:spPr>
        <p:txBody>
          <a:bodyPr/>
          <a:lstStyle/>
          <a:p>
            <a:r>
              <a:rPr lang="en-US"/>
              <a:t>YOLOv26m Detection Metrics on UA-DETRAC</a:t>
            </a:r>
          </a:p>
        </p:txBody>
      </p:sp>
      <p:pic>
        <p:nvPicPr>
          <p:cNvPr id="5" name="Content Placeholder 4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607311B0-489C-A146-0F0A-A24C77A0A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3893" y="1434428"/>
            <a:ext cx="5982677" cy="505557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1FCFC5B-F6B1-0981-BDE1-C4C0E0BE22EA}"/>
              </a:ext>
            </a:extLst>
          </p:cNvPr>
          <p:cNvSpPr txBox="1">
            <a:spLocks/>
          </p:cNvSpPr>
          <p:nvPr/>
        </p:nvSpPr>
        <p:spPr>
          <a:xfrm>
            <a:off x="-1104" y="1163016"/>
            <a:ext cx="5258906" cy="56986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ea typeface="+mn-lt"/>
                <a:cs typeface="+mn-lt"/>
              </a:rPr>
              <a:t>~</a:t>
            </a:r>
            <a:r>
              <a:rPr lang="en-US">
                <a:ea typeface="+mn-lt"/>
                <a:cs typeface="+mn-lt"/>
              </a:rPr>
              <a:t>61% Precision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About 61 out of 100 detected vehicles are actually vehicles </a:t>
            </a:r>
          </a:p>
          <a:p>
            <a:r>
              <a:rPr lang="en-US"/>
              <a:t>~ 84% Recall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Around 85 out of 100 vehicles are detected</a:t>
            </a:r>
          </a:p>
          <a:p>
            <a:r>
              <a:rPr lang="en-US"/>
              <a:t>~71% F1 score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Combined Precision and Recall score</a:t>
            </a:r>
            <a:endParaRPr lang="en-US" dirty="0"/>
          </a:p>
          <a:p>
            <a:r>
              <a:rPr lang="en-US"/>
              <a:t>Overall average. Not bad but not good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925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932B1-7E01-B8D4-72C8-7F699625C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04" y="690"/>
            <a:ext cx="10515600" cy="1325563"/>
          </a:xfrm>
        </p:spPr>
        <p:txBody>
          <a:bodyPr/>
          <a:lstStyle/>
          <a:p>
            <a:r>
              <a:rPr lang="en-US"/>
              <a:t>Computational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2452C-AEF7-2BDE-C069-67C3E772E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104" y="1251364"/>
            <a:ext cx="11851860" cy="54335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Mean frame-processing latency: 13.18 </a:t>
            </a:r>
            <a:r>
              <a:rPr lang="en-US" b="1" dirty="0" err="1">
                <a:ea typeface="+mn-lt"/>
                <a:cs typeface="+mn-lt"/>
              </a:rPr>
              <a:t>ms</a:t>
            </a:r>
            <a:r>
              <a:rPr lang="en-US" b="1" dirty="0">
                <a:ea typeface="+mn-lt"/>
                <a:cs typeface="+mn-lt"/>
              </a:rPr>
              <a:t>/frame</a:t>
            </a:r>
            <a:r>
              <a:rPr lang="en-US" dirty="0">
                <a:ea typeface="+mn-lt"/>
                <a:cs typeface="+mn-lt"/>
              </a:rPr>
              <a:t> — Time to load an image, generate detections, and copy output boxes to CPU.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Frame-processing throughput: 75.88 frames/second</a:t>
            </a:r>
            <a:r>
              <a:rPr lang="en-US">
                <a:ea typeface="+mn-lt"/>
                <a:cs typeface="+mn-lt"/>
              </a:rPr>
              <a:t> — Number of target frames processed per second.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Peak allocated GPU memory: 159 MiB</a:t>
            </a:r>
            <a:r>
              <a:rPr lang="en-US" dirty="0">
                <a:ea typeface="+mn-lt"/>
                <a:cs typeface="+mn-lt"/>
              </a:rPr>
              <a:t> — Maximum GPU memory used by </a:t>
            </a:r>
            <a:r>
              <a:rPr lang="en-US" dirty="0" err="1">
                <a:ea typeface="+mn-lt"/>
                <a:cs typeface="+mn-lt"/>
              </a:rPr>
              <a:t>PyTorch</a:t>
            </a:r>
            <a:r>
              <a:rPr lang="en-US" dirty="0">
                <a:ea typeface="+mn-lt"/>
                <a:cs typeface="+mn-lt"/>
              </a:rPr>
              <a:t> tensors, including model weights.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Comparison setup:</a:t>
            </a:r>
            <a:r>
              <a:rPr lang="en-US">
                <a:ea typeface="+mn-lt"/>
                <a:cs typeface="+mn-lt"/>
              </a:rPr>
              <a:t> Evaluate both models on the same target frames and hardware; include reference-frame processing for the multi-frame model.</a:t>
            </a:r>
            <a:endParaRPr lang="en-US"/>
          </a:p>
          <a:p>
            <a:r>
              <a:rPr lang="en-US"/>
              <a:t>YOLO26 provides a fast and computationally efficient baseline for vehicle detection; it processes frames quickly with relatively low GPU-memory usage</a:t>
            </a:r>
          </a:p>
        </p:txBody>
      </p:sp>
    </p:spTree>
    <p:extLst>
      <p:ext uri="{BB962C8B-B14F-4D97-AF65-F5344CB8AC3E}">
        <p14:creationId xmlns:p14="http://schemas.microsoft.com/office/powerpoint/2010/main" val="723351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A53D-60F3-DE7E-AA51-2B715AF6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4" y="3663"/>
            <a:ext cx="10515600" cy="1325563"/>
          </a:xfrm>
        </p:spPr>
        <p:txBody>
          <a:bodyPr/>
          <a:lstStyle/>
          <a:p>
            <a:r>
              <a:rPr lang="en-US"/>
              <a:t>Example Sequence</a:t>
            </a:r>
          </a:p>
        </p:txBody>
      </p:sp>
      <p:pic>
        <p:nvPicPr>
          <p:cNvPr id="9" name="MVI_40855_powerpoint">
            <a:hlinkClick r:id="" action="ppaction://media"/>
            <a:extLst>
              <a:ext uri="{FF2B5EF4-FFF2-40B4-BE49-F238E27FC236}">
                <a16:creationId xmlns:a16="http://schemas.microsoft.com/office/drawing/2014/main" id="{F467FACC-DFA5-A7E8-1DEA-EA8F8524400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1086338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3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9271A-E989-4309-9FA2-0FFBAF8EF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07FF5-97F2-B22C-A705-6EA877027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Literature Review on YOLOv26 multi-frame model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Shi, Y., Wang, N., &amp; Guo, X. (2023). “YOLOV: Making Still Image Object Detectors Great at Video Object Detection.” AAAI.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He et al. (2021). “End-to-End Video Object Detection with Spatial-Temporal Transformers.” ACM Multimedia.</a:t>
            </a:r>
          </a:p>
          <a:p>
            <a:r>
              <a:rPr lang="en-US">
                <a:ea typeface="+mn-lt"/>
                <a:cs typeface="+mn-lt"/>
              </a:rPr>
              <a:t>Run the models and repeat performance metrics and computational cost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2073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Project Milestone Update</vt:lpstr>
      <vt:lpstr>Goal: Single-Frame Object Detector vs. Multi-Frame Object Detector for vehicles</vt:lpstr>
      <vt:lpstr>Dataset</vt:lpstr>
      <vt:lpstr>YOLOv26m Detection Metrics on UA-DETRAC</vt:lpstr>
      <vt:lpstr>Computational Metrics</vt:lpstr>
      <vt:lpstr>Example Sequence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139</cp:revision>
  <dcterms:created xsi:type="dcterms:W3CDTF">2026-10-21T23:26:43Z</dcterms:created>
  <dcterms:modified xsi:type="dcterms:W3CDTF">2026-10-22T02:57:36Z</dcterms:modified>
</cp:coreProperties>
</file>